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Decision needed: hold the 72-hour endurance run until the coupling retest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6344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B2F36"/>
                </a:solidFill>
                <a:latin typeface="Georgia"/>
              </a:rPr>
              <a:t/>
            </a:r>
            <a:r>
              <a:rPr sz="2000">
                <a:solidFill>
                  <a:srgbClr val="2B2F36"/>
                </a:solidFill>
                <a:latin typeface="Georgia"/>
              </a:rPr>
              <a:t>The pump drive end reads </a:t>
            </a:r>
            <a:r>
              <a:rPr sz="2000" b="1">
                <a:solidFill>
                  <a:srgbClr val="E8A33D"/>
                </a:solidFill>
                <a:latin typeface="Georgia"/>
              </a:rPr>
              <a:t>6.8 mm/s RMS</a:t>
            </a:r>
            <a:r>
              <a:rPr sz="2000">
                <a:solidFill>
                  <a:srgbClr val="2B2F36"/>
                </a:solidFill>
                <a:latin typeface="Georgia"/>
              </a:rPr>
              <a:t> at 3,550 rpm against a 4.5 mm/s RMS limit, and the fix is not yet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B2F36"/>
                </a:solidFill>
                <a:latin typeface="Georgia"/>
              </a:rPr>
              <a:t>Sam Ortega, Systems Engineering. Source: Kestrel pump skid vibration test memo, 2026-10-08.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Pump vibration exceeds the limit only at the top test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Pump drive end: </a:t>
            </a:r>
            <a:r>
              <a:rPr sz="2200" b="1">
                <a:solidFill>
                  <a:srgbClr val="E8A33D"/>
                </a:solidFill>
                <a:latin typeface="Georgia"/>
              </a:rPr>
              <a:t>6.8 mm/s RMS</a:t>
            </a:r>
            <a:r>
              <a:rPr sz="2200" b="0">
                <a:solidFill>
                  <a:srgbClr val="2B2F36"/>
                </a:solidFill>
                <a:latin typeface="Georgia"/>
              </a:rPr>
              <a:t> at 3,550 rpm.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Program limit is 4.5 mm/s RMS at any bearing housing.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Motor drive end is also over, at 4.6 mm/s RMS.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All bearings are under the limit at 1,800 to 3,000 rpm.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Both non-drive-end readings stay under the limit at 3,550 rpm.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Georgia"/>
              </a:rPr>
              <a:t>Source: Kestrel pump skid vibration test memo, 2026-10-08, Results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94415" cy="127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Helvetica Neue"/>
              </a:rPr>
              <a:t>Tarrant Dynamics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B2F36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The spectrum points to alignment or the coupling, not hydraulics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2x running speed peak: </a:t>
            </a:r>
            <a:r>
              <a:rPr sz="2200" b="1">
                <a:solidFill>
                  <a:srgbClr val="E8A33D"/>
                </a:solidFill>
                <a:latin typeface="Georgia"/>
              </a:rPr>
              <a:t>5.9 mm/s RMS</a:t>
            </a:r>
            <a:r>
              <a:rPr sz="2200" b="0">
                <a:solidFill>
                  <a:srgbClr val="2B2F36"/>
                </a:solidFill>
                <a:latin typeface="Georgia"/>
              </a:rPr>
              <a:t> at 118.3 Hz.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1x peak is 2.1 mm/s RMS, which argues against imbalance.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Vane pass peak is 0.8 mm/s RMS, which argues against hydraulics.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A high 2x peak suggests misalignment or a coupling not absorbing it.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Operating point was 176 m3/h at 41.2 m 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Georgia"/>
              </a:rPr>
              <a:t>Source: Kestrel pump skid vibration test memo, 2026-10-08, Spectrum at 3,550 rpm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94415" cy="127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Helvetica Neue"/>
              </a:rPr>
              <a:t>Tarrant Dynamics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B2F36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Cold alignment was in tolerance, so the root cause is 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Parallel offset was 0.04 mm against a 0.10 mm tolerance.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Angular offset was 0.03 mm/100 mm against a 0.05 mm/100 mm tolerance.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Pump drive end climbed 3.9 to 6.8 mm/s RMS above 3,000 rpm.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Suspects: motor frame thermal growth or VC-38 disc pack wear.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Flag: </a:t>
            </a:r>
            <a:r>
              <a:rPr sz="2200" b="1">
                <a:solidFill>
                  <a:srgbClr val="E8A33D"/>
                </a:solidFill>
                <a:latin typeface="Georgia"/>
              </a:rPr>
              <a:t>no hot alignment reading was taken.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Georgia"/>
              </a:rPr>
              <a:t>Source: Kestrel pump skid vibration test memo, 2026-10-08, Method and Spectrum sections.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94415" cy="127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Helvetica Neue"/>
              </a:rPr>
              <a:t>Tarrant Dynamics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B2F36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Retest with the new coupling before the 72-hour run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Install the replacement VC-38 coupling, expected 2026-10-12.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Repeat the four-speed test from 1,800 to 3,550 rpm.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Take a hot alignment reading right after the 3,550 rpm hold.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Flag: the memo predicts the new coupling fixes it, untested.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Start the 72-hour run only if both drive ends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Georgia"/>
              </a:rPr>
              <a:t>Source: Kestrel pump skid vibration test memo, 2026-10-08, Next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94415" cy="127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Helvetica Neue"/>
              </a:rPr>
              <a:t>Tarrant Dynamics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B2F36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